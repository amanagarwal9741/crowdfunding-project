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8" r:id="rId2"/>
    <p:sldId id="260" r:id="rId3"/>
    <p:sldId id="259" r:id="rId4"/>
    <p:sldId id="261" r:id="rId5"/>
    <p:sldId id="262" r:id="rId6"/>
    <p:sldId id="263" r:id="rId7"/>
    <p:sldId id="265" r:id="rId8"/>
    <p:sldId id="264" r:id="rId9"/>
    <p:sldId id="269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8B24D5-F25F-4A5D-B96D-94E9A56B9FD0}" v="58" dt="2025-12-03T08:27:19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Agarwal" userId="4b14101dfc2ce344" providerId="LiveId" clId="{744656F4-5E32-4E7B-BA9F-A512E9410CBC}"/>
    <pc:docChg chg="undo custSel addSld delSld modSld modMainMaster">
      <pc:chgData name="Aman Agarwal" userId="4b14101dfc2ce344" providerId="LiveId" clId="{744656F4-5E32-4E7B-BA9F-A512E9410CBC}" dt="2025-12-04T08:48:06.370" v="2476" actId="1076"/>
      <pc:docMkLst>
        <pc:docMk/>
      </pc:docMkLst>
      <pc:sldChg chg="addSp delSp modSp new mod">
        <pc:chgData name="Aman Agarwal" userId="4b14101dfc2ce344" providerId="LiveId" clId="{744656F4-5E32-4E7B-BA9F-A512E9410CBC}" dt="2025-12-04T08:48:06.370" v="2476" actId="1076"/>
        <pc:sldMkLst>
          <pc:docMk/>
          <pc:sldMk cId="3357645891" sldId="258"/>
        </pc:sldMkLst>
        <pc:spChg chg="add mod">
          <ac:chgData name="Aman Agarwal" userId="4b14101dfc2ce344" providerId="LiveId" clId="{744656F4-5E32-4E7B-BA9F-A512E9410CBC}" dt="2025-12-03T08:25:52.643" v="2375"/>
          <ac:spMkLst>
            <pc:docMk/>
            <pc:sldMk cId="3357645891" sldId="258"/>
            <ac:spMk id="2" creationId="{4784617D-18FA-03F6-1445-B995388E29E0}"/>
          </ac:spMkLst>
        </pc:spChg>
        <pc:spChg chg="add mod">
          <ac:chgData name="Aman Agarwal" userId="4b14101dfc2ce344" providerId="LiveId" clId="{744656F4-5E32-4E7B-BA9F-A512E9410CBC}" dt="2025-12-02T07:43:10.815" v="681" actId="13926"/>
          <ac:spMkLst>
            <pc:docMk/>
            <pc:sldMk cId="3357645891" sldId="258"/>
            <ac:spMk id="6" creationId="{DFC48AB1-2E79-6BD1-1758-15B0E810C8F6}"/>
          </ac:spMkLst>
        </pc:spChg>
        <pc:spChg chg="add del mod">
          <ac:chgData name="Aman Agarwal" userId="4b14101dfc2ce344" providerId="LiveId" clId="{744656F4-5E32-4E7B-BA9F-A512E9410CBC}" dt="2025-12-03T08:25:57.997" v="2376" actId="478"/>
          <ac:spMkLst>
            <pc:docMk/>
            <pc:sldMk cId="3357645891" sldId="258"/>
            <ac:spMk id="7" creationId="{AEDCCCA0-C7AE-FC33-29F4-96D3372A6D72}"/>
          </ac:spMkLst>
        </pc:spChg>
        <pc:spChg chg="add mod">
          <ac:chgData name="Aman Agarwal" userId="4b14101dfc2ce344" providerId="LiveId" clId="{744656F4-5E32-4E7B-BA9F-A512E9410CBC}" dt="2025-12-03T08:26:40.365" v="2380" actId="108"/>
          <ac:spMkLst>
            <pc:docMk/>
            <pc:sldMk cId="3357645891" sldId="258"/>
            <ac:spMk id="9" creationId="{B95A265C-2EB3-78FE-C5F7-967CF353206F}"/>
          </ac:spMkLst>
        </pc:spChg>
        <pc:spChg chg="add mod">
          <ac:chgData name="Aman Agarwal" userId="4b14101dfc2ce344" providerId="LiveId" clId="{744656F4-5E32-4E7B-BA9F-A512E9410CBC}" dt="2025-12-02T07:51:43.480" v="732"/>
          <ac:spMkLst>
            <pc:docMk/>
            <pc:sldMk cId="3357645891" sldId="258"/>
            <ac:spMk id="10" creationId="{628C4E4F-A153-AA35-011E-264D577461B8}"/>
          </ac:spMkLst>
        </pc:spChg>
        <pc:picChg chg="add mod">
          <ac:chgData name="Aman Agarwal" userId="4b14101dfc2ce344" providerId="LiveId" clId="{744656F4-5E32-4E7B-BA9F-A512E9410CBC}" dt="2025-12-04T08:48:06.370" v="2476" actId="1076"/>
          <ac:picMkLst>
            <pc:docMk/>
            <pc:sldMk cId="3357645891" sldId="258"/>
            <ac:picMk id="3" creationId="{C52D432E-059C-ABAD-C5AB-FE68436B766E}"/>
          </ac:picMkLst>
        </pc:picChg>
      </pc:sldChg>
      <pc:sldChg chg="addSp delSp modSp new mod">
        <pc:chgData name="Aman Agarwal" userId="4b14101dfc2ce344" providerId="LiveId" clId="{744656F4-5E32-4E7B-BA9F-A512E9410CBC}" dt="2025-12-02T07:56:46.750" v="742" actId="207"/>
        <pc:sldMkLst>
          <pc:docMk/>
          <pc:sldMk cId="192751540" sldId="259"/>
        </pc:sldMkLst>
        <pc:spChg chg="add mod">
          <ac:chgData name="Aman Agarwal" userId="4b14101dfc2ce344" providerId="LiveId" clId="{744656F4-5E32-4E7B-BA9F-A512E9410CBC}" dt="2025-11-30T12:35:22.629" v="314" actId="1076"/>
          <ac:spMkLst>
            <pc:docMk/>
            <pc:sldMk cId="192751540" sldId="259"/>
            <ac:spMk id="9" creationId="{30C4E5C3-B8A6-6CEA-8491-96B297ED1C23}"/>
          </ac:spMkLst>
        </pc:spChg>
        <pc:spChg chg="add mod">
          <ac:chgData name="Aman Agarwal" userId="4b14101dfc2ce344" providerId="LiveId" clId="{744656F4-5E32-4E7B-BA9F-A512E9410CBC}" dt="2025-12-02T07:56:46.750" v="742" actId="207"/>
          <ac:spMkLst>
            <pc:docMk/>
            <pc:sldMk cId="192751540" sldId="259"/>
            <ac:spMk id="10" creationId="{DF68F0E9-C806-427E-BCD9-DE6177BA0FD2}"/>
          </ac:spMkLst>
        </pc:spChg>
        <pc:picChg chg="add mod">
          <ac:chgData name="Aman Agarwal" userId="4b14101dfc2ce344" providerId="LiveId" clId="{744656F4-5E32-4E7B-BA9F-A512E9410CBC}" dt="2025-11-30T12:44:14.556" v="568" actId="1076"/>
          <ac:picMkLst>
            <pc:docMk/>
            <pc:sldMk cId="192751540" sldId="259"/>
            <ac:picMk id="12" creationId="{FFD7A90A-DA54-91CE-F569-FF47215D6308}"/>
          </ac:picMkLst>
        </pc:picChg>
      </pc:sldChg>
      <pc:sldChg chg="addSp delSp modSp mod setBg">
        <pc:chgData name="Aman Agarwal" userId="4b14101dfc2ce344" providerId="LiveId" clId="{744656F4-5E32-4E7B-BA9F-A512E9410CBC}" dt="2025-12-03T07:26:59.790" v="2352" actId="21"/>
        <pc:sldMkLst>
          <pc:docMk/>
          <pc:sldMk cId="1979994631" sldId="260"/>
        </pc:sldMkLst>
        <pc:spChg chg="add mod">
          <ac:chgData name="Aman Agarwal" userId="4b14101dfc2ce344" providerId="LiveId" clId="{744656F4-5E32-4E7B-BA9F-A512E9410CBC}" dt="2025-12-02T13:17:57.240" v="891" actId="1076"/>
          <ac:spMkLst>
            <pc:docMk/>
            <pc:sldMk cId="1979994631" sldId="260"/>
            <ac:spMk id="2" creationId="{24583E02-229A-3A13-83F4-57FF9B3AAFCF}"/>
          </ac:spMkLst>
        </pc:spChg>
        <pc:spChg chg="mod">
          <ac:chgData name="Aman Agarwal" userId="4b14101dfc2ce344" providerId="LiveId" clId="{744656F4-5E32-4E7B-BA9F-A512E9410CBC}" dt="2025-12-02T13:18:12.641" v="892" actId="255"/>
          <ac:spMkLst>
            <pc:docMk/>
            <pc:sldMk cId="1979994631" sldId="260"/>
            <ac:spMk id="4" creationId="{9019A297-4579-FC07-1392-88BDA272D074}"/>
          </ac:spMkLst>
        </pc:spChg>
        <pc:spChg chg="mod">
          <ac:chgData name="Aman Agarwal" userId="4b14101dfc2ce344" providerId="LiveId" clId="{744656F4-5E32-4E7B-BA9F-A512E9410CBC}" dt="2025-12-02T13:16:49.747" v="883" actId="1076"/>
          <ac:spMkLst>
            <pc:docMk/>
            <pc:sldMk cId="1979994631" sldId="260"/>
            <ac:spMk id="5" creationId="{9D7EE5BA-597B-2607-6E46-84A38CEF20AB}"/>
          </ac:spMkLst>
        </pc:spChg>
        <pc:spChg chg="mod">
          <ac:chgData name="Aman Agarwal" userId="4b14101dfc2ce344" providerId="LiveId" clId="{744656F4-5E32-4E7B-BA9F-A512E9410CBC}" dt="2025-12-03T07:26:59.790" v="2352" actId="21"/>
          <ac:spMkLst>
            <pc:docMk/>
            <pc:sldMk cId="1979994631" sldId="260"/>
            <ac:spMk id="8" creationId="{E7732C38-1985-C16C-96BE-D4AC58548878}"/>
          </ac:spMkLst>
        </pc:spChg>
      </pc:sldChg>
      <pc:sldChg chg="addSp delSp modSp mod">
        <pc:chgData name="Aman Agarwal" userId="4b14101dfc2ce344" providerId="LiveId" clId="{744656F4-5E32-4E7B-BA9F-A512E9410CBC}" dt="2025-12-03T03:30:05.908" v="1603" actId="1076"/>
        <pc:sldMkLst>
          <pc:docMk/>
          <pc:sldMk cId="3575847171" sldId="261"/>
        </pc:sldMkLst>
        <pc:spChg chg="mod">
          <ac:chgData name="Aman Agarwal" userId="4b14101dfc2ce344" providerId="LiveId" clId="{744656F4-5E32-4E7B-BA9F-A512E9410CBC}" dt="2025-12-03T03:24:06.195" v="1560" actId="14100"/>
          <ac:spMkLst>
            <pc:docMk/>
            <pc:sldMk cId="3575847171" sldId="261"/>
            <ac:spMk id="4" creationId="{9B86BF04-EF86-4483-C5EB-D8C6D7742EC3}"/>
          </ac:spMkLst>
        </pc:spChg>
        <pc:spChg chg="mod">
          <ac:chgData name="Aman Agarwal" userId="4b14101dfc2ce344" providerId="LiveId" clId="{744656F4-5E32-4E7B-BA9F-A512E9410CBC}" dt="2025-12-03T03:27:12.868" v="1574" actId="14100"/>
          <ac:spMkLst>
            <pc:docMk/>
            <pc:sldMk cId="3575847171" sldId="261"/>
            <ac:spMk id="5" creationId="{07648DB9-0AE5-426A-380E-4545B412BC9A}"/>
          </ac:spMkLst>
        </pc:spChg>
        <pc:spChg chg="add mod">
          <ac:chgData name="Aman Agarwal" userId="4b14101dfc2ce344" providerId="LiveId" clId="{744656F4-5E32-4E7B-BA9F-A512E9410CBC}" dt="2025-12-03T03:29:45.015" v="1598" actId="14100"/>
          <ac:spMkLst>
            <pc:docMk/>
            <pc:sldMk cId="3575847171" sldId="261"/>
            <ac:spMk id="6" creationId="{C0BA59FD-BBA6-30B1-2F14-194F42332961}"/>
          </ac:spMkLst>
        </pc:spChg>
        <pc:spChg chg="add mod">
          <ac:chgData name="Aman Agarwal" userId="4b14101dfc2ce344" providerId="LiveId" clId="{744656F4-5E32-4E7B-BA9F-A512E9410CBC}" dt="2025-12-03T03:30:05.908" v="1603" actId="1076"/>
          <ac:spMkLst>
            <pc:docMk/>
            <pc:sldMk cId="3575847171" sldId="261"/>
            <ac:spMk id="8" creationId="{499E9D36-BE80-5FBB-4743-546E9F8A5F63}"/>
          </ac:spMkLst>
        </pc:spChg>
        <pc:picChg chg="add mod">
          <ac:chgData name="Aman Agarwal" userId="4b14101dfc2ce344" providerId="LiveId" clId="{744656F4-5E32-4E7B-BA9F-A512E9410CBC}" dt="2025-12-03T03:29:39.910" v="1597" actId="14100"/>
          <ac:picMkLst>
            <pc:docMk/>
            <pc:sldMk cId="3575847171" sldId="261"/>
            <ac:picMk id="3" creationId="{E1C35152-722E-D391-DCBD-4CFDEDF30C24}"/>
          </ac:picMkLst>
        </pc:picChg>
        <pc:picChg chg="del mod">
          <ac:chgData name="Aman Agarwal" userId="4b14101dfc2ce344" providerId="LiveId" clId="{744656F4-5E32-4E7B-BA9F-A512E9410CBC}" dt="2025-12-03T03:26:55.840" v="1573" actId="478"/>
          <ac:picMkLst>
            <pc:docMk/>
            <pc:sldMk cId="3575847171" sldId="261"/>
            <ac:picMk id="7" creationId="{4F4B13F7-DF42-EBF7-DD6D-91EA161E40BD}"/>
          </ac:picMkLst>
        </pc:picChg>
      </pc:sldChg>
      <pc:sldChg chg="addSp delSp modSp mod">
        <pc:chgData name="Aman Agarwal" userId="4b14101dfc2ce344" providerId="LiveId" clId="{744656F4-5E32-4E7B-BA9F-A512E9410CBC}" dt="2025-12-02T15:01:27.180" v="1277" actId="14100"/>
        <pc:sldMkLst>
          <pc:docMk/>
          <pc:sldMk cId="1019119459" sldId="262"/>
        </pc:sldMkLst>
        <pc:spChg chg="add mod">
          <ac:chgData name="Aman Agarwal" userId="4b14101dfc2ce344" providerId="LiveId" clId="{744656F4-5E32-4E7B-BA9F-A512E9410CBC}" dt="2025-12-02T15:01:01.028" v="1271" actId="1076"/>
          <ac:spMkLst>
            <pc:docMk/>
            <pc:sldMk cId="1019119459" sldId="262"/>
            <ac:spMk id="3" creationId="{6FF70538-D307-7DA2-6B7D-38C9E7EAE112}"/>
          </ac:spMkLst>
        </pc:spChg>
        <pc:spChg chg="mod">
          <ac:chgData name="Aman Agarwal" userId="4b14101dfc2ce344" providerId="LiveId" clId="{744656F4-5E32-4E7B-BA9F-A512E9410CBC}" dt="2025-12-02T08:23:14.971" v="880" actId="20577"/>
          <ac:spMkLst>
            <pc:docMk/>
            <pc:sldMk cId="1019119459" sldId="262"/>
            <ac:spMk id="6" creationId="{CA20A142-DB8F-BD67-B2DB-67D278876022}"/>
          </ac:spMkLst>
        </pc:spChg>
        <pc:spChg chg="mod">
          <ac:chgData name="Aman Agarwal" userId="4b14101dfc2ce344" providerId="LiveId" clId="{744656F4-5E32-4E7B-BA9F-A512E9410CBC}" dt="2025-12-02T15:00:53.530" v="1269" actId="14100"/>
          <ac:spMkLst>
            <pc:docMk/>
            <pc:sldMk cId="1019119459" sldId="262"/>
            <ac:spMk id="8" creationId="{A485B65F-AA6E-43D1-F455-DF52F3FE90DD}"/>
          </ac:spMkLst>
        </pc:spChg>
        <pc:picChg chg="add mod">
          <ac:chgData name="Aman Agarwal" userId="4b14101dfc2ce344" providerId="LiveId" clId="{744656F4-5E32-4E7B-BA9F-A512E9410CBC}" dt="2025-12-02T15:01:27.180" v="1277" actId="14100"/>
          <ac:picMkLst>
            <pc:docMk/>
            <pc:sldMk cId="1019119459" sldId="262"/>
            <ac:picMk id="4" creationId="{BE7ACD1C-305E-2AF0-8ED1-504671E366FC}"/>
          </ac:picMkLst>
        </pc:picChg>
      </pc:sldChg>
      <pc:sldChg chg="addSp delSp modSp mod">
        <pc:chgData name="Aman Agarwal" userId="4b14101dfc2ce344" providerId="LiveId" clId="{744656F4-5E32-4E7B-BA9F-A512E9410CBC}" dt="2025-12-03T03:23:14.931" v="1555" actId="1076"/>
        <pc:sldMkLst>
          <pc:docMk/>
          <pc:sldMk cId="1072159625" sldId="263"/>
        </pc:sldMkLst>
        <pc:spChg chg="add del mod">
          <ac:chgData name="Aman Agarwal" userId="4b14101dfc2ce344" providerId="LiveId" clId="{744656F4-5E32-4E7B-BA9F-A512E9410CBC}" dt="2025-12-03T03:07:46.802" v="1417"/>
          <ac:spMkLst>
            <pc:docMk/>
            <pc:sldMk cId="1072159625" sldId="263"/>
            <ac:spMk id="2" creationId="{797CEC7B-7984-F5B2-51E8-D3E10558188C}"/>
          </ac:spMkLst>
        </pc:spChg>
        <pc:spChg chg="add mod">
          <ac:chgData name="Aman Agarwal" userId="4b14101dfc2ce344" providerId="LiveId" clId="{744656F4-5E32-4E7B-BA9F-A512E9410CBC}" dt="2025-12-02T15:14:26.928" v="1405" actId="14100"/>
          <ac:spMkLst>
            <pc:docMk/>
            <pc:sldMk cId="1072159625" sldId="263"/>
            <ac:spMk id="3" creationId="{4B8FBFB6-D897-4E76-4F71-29D4B36373F2}"/>
          </ac:spMkLst>
        </pc:spChg>
        <pc:spChg chg="add del mod">
          <ac:chgData name="Aman Agarwal" userId="4b14101dfc2ce344" providerId="LiveId" clId="{744656F4-5E32-4E7B-BA9F-A512E9410CBC}" dt="2025-12-03T03:08:42.362" v="1422" actId="478"/>
          <ac:spMkLst>
            <pc:docMk/>
            <pc:sldMk cId="1072159625" sldId="263"/>
            <ac:spMk id="4" creationId="{27745F0D-F241-7E98-F915-1FF79F86F26C}"/>
          </ac:spMkLst>
        </pc:spChg>
        <pc:spChg chg="add del mod">
          <ac:chgData name="Aman Agarwal" userId="4b14101dfc2ce344" providerId="LiveId" clId="{744656F4-5E32-4E7B-BA9F-A512E9410CBC}" dt="2025-12-03T03:08:57.075" v="1425"/>
          <ac:spMkLst>
            <pc:docMk/>
            <pc:sldMk cId="1072159625" sldId="263"/>
            <ac:spMk id="5" creationId="{3849AE26-11C0-3FAF-A06D-56ACAF91030B}"/>
          </ac:spMkLst>
        </pc:spChg>
        <pc:spChg chg="add mod">
          <ac:chgData name="Aman Agarwal" userId="4b14101dfc2ce344" providerId="LiveId" clId="{744656F4-5E32-4E7B-BA9F-A512E9410CBC}" dt="2025-12-03T03:22:40.747" v="1550" actId="1076"/>
          <ac:spMkLst>
            <pc:docMk/>
            <pc:sldMk cId="1072159625" sldId="263"/>
            <ac:spMk id="6" creationId="{A233AFC1-4EBF-AF37-9CF4-ACC433DF33EA}"/>
          </ac:spMkLst>
        </pc:spChg>
        <pc:spChg chg="add mod">
          <ac:chgData name="Aman Agarwal" userId="4b14101dfc2ce344" providerId="LiveId" clId="{744656F4-5E32-4E7B-BA9F-A512E9410CBC}" dt="2025-12-03T03:21:42.588" v="1539" actId="692"/>
          <ac:spMkLst>
            <pc:docMk/>
            <pc:sldMk cId="1072159625" sldId="263"/>
            <ac:spMk id="9" creationId="{D1CD47ED-976F-70AA-4F64-A819BCAB71A1}"/>
          </ac:spMkLst>
        </pc:spChg>
        <pc:spChg chg="add mod">
          <ac:chgData name="Aman Agarwal" userId="4b14101dfc2ce344" providerId="LiveId" clId="{744656F4-5E32-4E7B-BA9F-A512E9410CBC}" dt="2025-12-03T03:23:14.931" v="1555" actId="1076"/>
          <ac:spMkLst>
            <pc:docMk/>
            <pc:sldMk cId="1072159625" sldId="263"/>
            <ac:spMk id="10" creationId="{8510DDDE-A88A-2164-55F8-0E9AC155E56A}"/>
          </ac:spMkLst>
        </pc:spChg>
        <pc:picChg chg="add mod">
          <ac:chgData name="Aman Agarwal" userId="4b14101dfc2ce344" providerId="LiveId" clId="{744656F4-5E32-4E7B-BA9F-A512E9410CBC}" dt="2025-12-03T03:20:18.955" v="1534" actId="1076"/>
          <ac:picMkLst>
            <pc:docMk/>
            <pc:sldMk cId="1072159625" sldId="263"/>
            <ac:picMk id="8" creationId="{1AD7E85B-AFC9-F658-90F2-F5280B6CC869}"/>
          </ac:picMkLst>
        </pc:picChg>
      </pc:sldChg>
      <pc:sldChg chg="addSp delSp modSp add mod">
        <pc:chgData name="Aman Agarwal" userId="4b14101dfc2ce344" providerId="LiveId" clId="{744656F4-5E32-4E7B-BA9F-A512E9410CBC}" dt="2025-12-03T07:25:15.127" v="2346" actId="14100"/>
        <pc:sldMkLst>
          <pc:docMk/>
          <pc:sldMk cId="986921735" sldId="264"/>
        </pc:sldMkLst>
        <pc:spChg chg="add mod">
          <ac:chgData name="Aman Agarwal" userId="4b14101dfc2ce344" providerId="LiveId" clId="{744656F4-5E32-4E7B-BA9F-A512E9410CBC}" dt="2025-12-03T05:27:58.033" v="2150" actId="255"/>
          <ac:spMkLst>
            <pc:docMk/>
            <pc:sldMk cId="986921735" sldId="264"/>
            <ac:spMk id="3" creationId="{3EAD6577-DB1C-3CFD-198D-2C2E4724BB08}"/>
          </ac:spMkLst>
        </pc:spChg>
        <pc:spChg chg="add del mod">
          <ac:chgData name="Aman Agarwal" userId="4b14101dfc2ce344" providerId="LiveId" clId="{744656F4-5E32-4E7B-BA9F-A512E9410CBC}" dt="2025-12-03T05:28:42.334" v="2156" actId="478"/>
          <ac:spMkLst>
            <pc:docMk/>
            <pc:sldMk cId="986921735" sldId="264"/>
            <ac:spMk id="4" creationId="{5FF72951-8EFC-191B-C65C-32ED32227BAB}"/>
          </ac:spMkLst>
        </pc:spChg>
        <pc:spChg chg="add mod">
          <ac:chgData name="Aman Agarwal" userId="4b14101dfc2ce344" providerId="LiveId" clId="{744656F4-5E32-4E7B-BA9F-A512E9410CBC}" dt="2025-12-03T07:22:24.299" v="2324" actId="20577"/>
          <ac:spMkLst>
            <pc:docMk/>
            <pc:sldMk cId="986921735" sldId="264"/>
            <ac:spMk id="5" creationId="{51C3ED0C-8CB7-3510-AF62-8225E54EF69C}"/>
          </ac:spMkLst>
        </pc:spChg>
        <pc:spChg chg="add mod">
          <ac:chgData name="Aman Agarwal" userId="4b14101dfc2ce344" providerId="LiveId" clId="{744656F4-5E32-4E7B-BA9F-A512E9410CBC}" dt="2025-12-03T07:25:11.122" v="2345" actId="14100"/>
          <ac:spMkLst>
            <pc:docMk/>
            <pc:sldMk cId="986921735" sldId="264"/>
            <ac:spMk id="8" creationId="{AAAA189E-6DAF-0644-6FF3-EB89F5BE418F}"/>
          </ac:spMkLst>
        </pc:spChg>
        <pc:spChg chg="add mod">
          <ac:chgData name="Aman Agarwal" userId="4b14101dfc2ce344" providerId="LiveId" clId="{744656F4-5E32-4E7B-BA9F-A512E9410CBC}" dt="2025-12-03T07:25:15.127" v="2346" actId="14100"/>
          <ac:spMkLst>
            <pc:docMk/>
            <pc:sldMk cId="986921735" sldId="264"/>
            <ac:spMk id="9" creationId="{A2B3089F-68D0-B949-4C23-7CEFB7ED1B55}"/>
          </ac:spMkLst>
        </pc:spChg>
        <pc:picChg chg="add mod">
          <ac:chgData name="Aman Agarwal" userId="4b14101dfc2ce344" providerId="LiveId" clId="{744656F4-5E32-4E7B-BA9F-A512E9410CBC}" dt="2025-12-03T07:25:06.864" v="2344" actId="14100"/>
          <ac:picMkLst>
            <pc:docMk/>
            <pc:sldMk cId="986921735" sldId="264"/>
            <ac:picMk id="7" creationId="{96A77A5C-DD5E-F5FB-AE1B-C9467EC23909}"/>
          </ac:picMkLst>
        </pc:picChg>
      </pc:sldChg>
      <pc:sldChg chg="addSp delSp modSp add mod">
        <pc:chgData name="Aman Agarwal" userId="4b14101dfc2ce344" providerId="LiveId" clId="{744656F4-5E32-4E7B-BA9F-A512E9410CBC}" dt="2025-12-03T04:33:06.038" v="2125" actId="20577"/>
        <pc:sldMkLst>
          <pc:docMk/>
          <pc:sldMk cId="2734699586" sldId="265"/>
        </pc:sldMkLst>
        <pc:spChg chg="add mod">
          <ac:chgData name="Aman Agarwal" userId="4b14101dfc2ce344" providerId="LiveId" clId="{744656F4-5E32-4E7B-BA9F-A512E9410CBC}" dt="2025-12-03T03:16:16.116" v="1532" actId="14100"/>
          <ac:spMkLst>
            <pc:docMk/>
            <pc:sldMk cId="2734699586" sldId="265"/>
            <ac:spMk id="3" creationId="{3AC88209-2DDB-7215-1F55-733DD6578FF3}"/>
          </ac:spMkLst>
        </pc:spChg>
        <pc:spChg chg="add del mod">
          <ac:chgData name="Aman Agarwal" userId="4b14101dfc2ce344" providerId="LiveId" clId="{744656F4-5E32-4E7B-BA9F-A512E9410CBC}" dt="2025-12-03T04:10:55.360" v="1608"/>
          <ac:spMkLst>
            <pc:docMk/>
            <pc:sldMk cId="2734699586" sldId="265"/>
            <ac:spMk id="4" creationId="{BE4126EC-AA2A-3CB1-987F-DAFB0A5E28CF}"/>
          </ac:spMkLst>
        </pc:spChg>
        <pc:spChg chg="add mod">
          <ac:chgData name="Aman Agarwal" userId="4b14101dfc2ce344" providerId="LiveId" clId="{744656F4-5E32-4E7B-BA9F-A512E9410CBC}" dt="2025-12-03T04:33:06.038" v="2125" actId="20577"/>
          <ac:spMkLst>
            <pc:docMk/>
            <pc:sldMk cId="2734699586" sldId="265"/>
            <ac:spMk id="5" creationId="{2EEF1AC4-2636-C331-B0D6-8E3FEA85A943}"/>
          </ac:spMkLst>
        </pc:spChg>
      </pc:sldChg>
      <pc:sldChg chg="add del">
        <pc:chgData name="Aman Agarwal" userId="4b14101dfc2ce344" providerId="LiveId" clId="{744656F4-5E32-4E7B-BA9F-A512E9410CBC}" dt="2025-12-03T07:25:53.895" v="2347" actId="2696"/>
        <pc:sldMkLst>
          <pc:docMk/>
          <pc:sldMk cId="4255145278" sldId="266"/>
        </pc:sldMkLst>
      </pc:sldChg>
      <pc:sldChg chg="add del">
        <pc:chgData name="Aman Agarwal" userId="4b14101dfc2ce344" providerId="LiveId" clId="{744656F4-5E32-4E7B-BA9F-A512E9410CBC}" dt="2025-12-03T07:25:57.050" v="2348" actId="2696"/>
        <pc:sldMkLst>
          <pc:docMk/>
          <pc:sldMk cId="3601370740" sldId="267"/>
        </pc:sldMkLst>
      </pc:sldChg>
      <pc:sldChg chg="addSp modSp add">
        <pc:chgData name="Aman Agarwal" userId="4b14101dfc2ce344" providerId="LiveId" clId="{744656F4-5E32-4E7B-BA9F-A512E9410CBC}" dt="2025-12-02T15:12:11.253" v="1342"/>
        <pc:sldMkLst>
          <pc:docMk/>
          <pc:sldMk cId="3433539093" sldId="268"/>
        </pc:sldMkLst>
        <pc:picChg chg="add mod">
          <ac:chgData name="Aman Agarwal" userId="4b14101dfc2ce344" providerId="LiveId" clId="{744656F4-5E32-4E7B-BA9F-A512E9410CBC}" dt="2025-12-02T15:12:11.253" v="1342"/>
          <ac:picMkLst>
            <pc:docMk/>
            <pc:sldMk cId="3433539093" sldId="268"/>
            <ac:picMk id="2" creationId="{C1B5AEC9-F7C9-86F3-64F3-37F5EE87D89E}"/>
          </ac:picMkLst>
        </pc:picChg>
      </pc:sldChg>
      <pc:sldChg chg="addSp delSp modSp new mod">
        <pc:chgData name="Aman Agarwal" userId="4b14101dfc2ce344" providerId="LiveId" clId="{744656F4-5E32-4E7B-BA9F-A512E9410CBC}" dt="2025-12-03T08:31:40.593" v="2475" actId="20577"/>
        <pc:sldMkLst>
          <pc:docMk/>
          <pc:sldMk cId="3776887388" sldId="269"/>
        </pc:sldMkLst>
        <pc:spChg chg="del mod">
          <ac:chgData name="Aman Agarwal" userId="4b14101dfc2ce344" providerId="LiveId" clId="{744656F4-5E32-4E7B-BA9F-A512E9410CBC}" dt="2025-12-03T07:27:14.931" v="2353" actId="478"/>
          <ac:spMkLst>
            <pc:docMk/>
            <pc:sldMk cId="3776887388" sldId="269"/>
            <ac:spMk id="2" creationId="{5824FC70-253C-641C-9335-75D4171C74AA}"/>
          </ac:spMkLst>
        </pc:spChg>
        <pc:spChg chg="add mod">
          <ac:chgData name="Aman Agarwal" userId="4b14101dfc2ce344" providerId="LiveId" clId="{744656F4-5E32-4E7B-BA9F-A512E9410CBC}" dt="2025-12-03T08:31:40.593" v="2475" actId="20577"/>
          <ac:spMkLst>
            <pc:docMk/>
            <pc:sldMk cId="3776887388" sldId="269"/>
            <ac:spMk id="2" creationId="{CE6E7A6E-6DF4-DBD1-0E28-F4D6AD8F86DF}"/>
          </ac:spMkLst>
        </pc:spChg>
        <pc:spChg chg="del">
          <ac:chgData name="Aman Agarwal" userId="4b14101dfc2ce344" providerId="LiveId" clId="{744656F4-5E32-4E7B-BA9F-A512E9410CBC}" dt="2025-12-03T07:26:40.691" v="2350" actId="478"/>
          <ac:spMkLst>
            <pc:docMk/>
            <pc:sldMk cId="3776887388" sldId="269"/>
            <ac:spMk id="3" creationId="{84BF1C88-EC33-C20E-6DA9-070428809685}"/>
          </ac:spMkLst>
        </pc:spChg>
        <pc:spChg chg="add del mod">
          <ac:chgData name="Aman Agarwal" userId="4b14101dfc2ce344" providerId="LiveId" clId="{744656F4-5E32-4E7B-BA9F-A512E9410CBC}" dt="2025-12-03T07:27:54.971" v="2364"/>
          <ac:spMkLst>
            <pc:docMk/>
            <pc:sldMk cId="3776887388" sldId="269"/>
            <ac:spMk id="4" creationId="{72987EC2-25E9-FDED-6E4A-67EEB6C79F8C}"/>
          </ac:spMkLst>
        </pc:spChg>
        <pc:spChg chg="add mod">
          <ac:chgData name="Aman Agarwal" userId="4b14101dfc2ce344" providerId="LiveId" clId="{744656F4-5E32-4E7B-BA9F-A512E9410CBC}" dt="2025-12-03T07:28:03.144" v="2365" actId="108"/>
          <ac:spMkLst>
            <pc:docMk/>
            <pc:sldMk cId="3776887388" sldId="269"/>
            <ac:spMk id="5" creationId="{05CBFFB7-A18A-1015-F8D5-54D9D73C9804}"/>
          </ac:spMkLst>
        </pc:spChg>
        <pc:spChg chg="add mod">
          <ac:chgData name="Aman Agarwal" userId="4b14101dfc2ce344" providerId="LiveId" clId="{744656F4-5E32-4E7B-BA9F-A512E9410CBC}" dt="2025-12-03T07:28:49.652" v="2371" actId="108"/>
          <ac:spMkLst>
            <pc:docMk/>
            <pc:sldMk cId="3776887388" sldId="269"/>
            <ac:spMk id="7" creationId="{517C3BA4-2AC5-5429-AEC1-0AF185DD67C6}"/>
          </ac:spMkLst>
        </pc:spChg>
        <pc:picChg chg="add mod">
          <ac:chgData name="Aman Agarwal" userId="4b14101dfc2ce344" providerId="LiveId" clId="{744656F4-5E32-4E7B-BA9F-A512E9410CBC}" dt="2025-12-03T08:30:23.438" v="2446" actId="14100"/>
          <ac:picMkLst>
            <pc:docMk/>
            <pc:sldMk cId="3776887388" sldId="269"/>
            <ac:picMk id="4" creationId="{D4CA7A15-E845-FB3A-72EA-9FDDB145CBB0}"/>
          </ac:picMkLst>
        </pc:picChg>
        <pc:picChg chg="add mod">
          <ac:chgData name="Aman Agarwal" userId="4b14101dfc2ce344" providerId="LiveId" clId="{744656F4-5E32-4E7B-BA9F-A512E9410CBC}" dt="2025-12-03T08:30:18.890" v="2444" actId="14100"/>
          <ac:picMkLst>
            <pc:docMk/>
            <pc:sldMk cId="3776887388" sldId="269"/>
            <ac:picMk id="8" creationId="{1A23148F-004A-FF76-8A09-2B6E1A1E9E71}"/>
          </ac:picMkLst>
        </pc:picChg>
      </pc:sldChg>
      <pc:sldMasterChg chg="setBg modSldLayout">
        <pc:chgData name="Aman Agarwal" userId="4b14101dfc2ce344" providerId="LiveId" clId="{744656F4-5E32-4E7B-BA9F-A512E9410CBC}" dt="2025-12-02T07:57:07.820" v="743"/>
        <pc:sldMasterMkLst>
          <pc:docMk/>
          <pc:sldMasterMk cId="598921396" sldId="2147483756"/>
        </pc:sldMasterMkLst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423467611" sldId="2147483757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876747643" sldId="2147483758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1889501152" sldId="2147483759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2598759573" sldId="2147483760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1530231512" sldId="2147483761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2579527609" sldId="2147483762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406983937" sldId="2147483763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2577454018" sldId="2147483764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2846350650" sldId="2147483765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2322498336" sldId="2147483766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3556735745" sldId="2147483767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1749456533" sldId="2147483768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1931016003" sldId="2147483769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1337709660" sldId="2147483770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2142157643" sldId="2147483771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1053255600" sldId="2147483772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1092623656" sldId="2147483773"/>
          </pc:sldLayoutMkLst>
        </pc:sldLayoutChg>
        <pc:sldLayoutChg chg="setBg">
          <pc:chgData name="Aman Agarwal" userId="4b14101dfc2ce344" providerId="LiveId" clId="{744656F4-5E32-4E7B-BA9F-A512E9410CBC}" dt="2025-12-02T07:57:07.820" v="743"/>
          <pc:sldLayoutMkLst>
            <pc:docMk/>
            <pc:sldMasterMk cId="598921396" sldId="2147483756"/>
            <pc:sldLayoutMk cId="1262206563" sldId="2147483774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7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74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501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759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23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52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83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454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35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498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735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9456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016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709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157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255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6236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DCD0-204B-569C-C2BD-AFC03CCA1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8B8FF-6554-90FF-B05A-3AD346C2B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4DC98-A2CB-96E3-633D-7A070BDB1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F06AA-769A-74EE-FA9C-D8A0DBC08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86191-889C-825F-4B9D-118FA1F68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206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B60BFDE-5667-4DB3-8367-A6C77C2FC77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33F7151-16FE-4870-AF85-ABBC4CE0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921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2D432E-059C-ABAD-C5AB-FE68436B7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C48AB1-2E79-6BD1-1758-15B0E810C8F6}"/>
              </a:ext>
            </a:extLst>
          </p:cNvPr>
          <p:cNvSpPr txBox="1"/>
          <p:nvPr/>
        </p:nvSpPr>
        <p:spPr>
          <a:xfrm>
            <a:off x="4561116" y="358088"/>
            <a:ext cx="29391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highlight>
                  <a:srgbClr val="FFFF00"/>
                </a:highlight>
              </a:rPr>
              <a:t>Presentation on</a:t>
            </a:r>
            <a:r>
              <a:rPr lang="en-US" sz="3200" dirty="0"/>
              <a:t>                     </a:t>
            </a:r>
            <a:r>
              <a:rPr lang="en-US" sz="3200" dirty="0">
                <a:highlight>
                  <a:srgbClr val="FFFF00"/>
                </a:highlight>
              </a:rPr>
              <a:t>Kickstarter</a:t>
            </a:r>
            <a:r>
              <a:rPr lang="en-US" sz="3200" dirty="0"/>
              <a:t> </a:t>
            </a:r>
            <a:r>
              <a:rPr lang="en-US" sz="3200" dirty="0">
                <a:highlight>
                  <a:srgbClr val="FFFF00"/>
                </a:highlight>
              </a:rPr>
              <a:t>Crowdfunding</a:t>
            </a:r>
            <a:endParaRPr lang="en-IN" sz="32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5A265C-2EB3-78FE-C5F7-967CF353206F}"/>
              </a:ext>
            </a:extLst>
          </p:cNvPr>
          <p:cNvSpPr txBox="1"/>
          <p:nvPr/>
        </p:nvSpPr>
        <p:spPr>
          <a:xfrm>
            <a:off x="457202" y="4276149"/>
            <a:ext cx="546462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highlight>
                  <a:srgbClr val="FFFF00"/>
                </a:highlight>
              </a:rPr>
              <a:t>Aman Agarwal</a:t>
            </a:r>
          </a:p>
          <a:p>
            <a:r>
              <a:rPr lang="en-IN" sz="2400" dirty="0">
                <a:highlight>
                  <a:srgbClr val="FFFF00"/>
                </a:highlight>
              </a:rPr>
              <a:t>Shaik Mohammed Zaid</a:t>
            </a:r>
          </a:p>
          <a:p>
            <a:r>
              <a:rPr lang="en-IN" sz="2400" dirty="0" err="1">
                <a:highlight>
                  <a:srgbClr val="FFFF00"/>
                </a:highlight>
              </a:rPr>
              <a:t>Jwalith</a:t>
            </a:r>
            <a:r>
              <a:rPr lang="en-IN" sz="2400" dirty="0">
                <a:highlight>
                  <a:srgbClr val="FFFF00"/>
                </a:highlight>
              </a:rPr>
              <a:t> </a:t>
            </a:r>
            <a:r>
              <a:rPr lang="en-IN" sz="2400" dirty="0" err="1">
                <a:highlight>
                  <a:srgbClr val="FFFF00"/>
                </a:highlight>
              </a:rPr>
              <a:t>Ulchala</a:t>
            </a:r>
            <a:r>
              <a:rPr lang="en-IN" sz="2400" dirty="0">
                <a:highlight>
                  <a:srgbClr val="FFFF00"/>
                </a:highlight>
              </a:rPr>
              <a:t> 	</a:t>
            </a:r>
          </a:p>
          <a:p>
            <a:r>
              <a:rPr lang="en-IN" sz="2400" dirty="0">
                <a:highlight>
                  <a:srgbClr val="FFFF00"/>
                </a:highlight>
              </a:rPr>
              <a:t>Aditya Kumar 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8C4E4F-A153-AA35-011E-264D577461B8}"/>
              </a:ext>
            </a:extLst>
          </p:cNvPr>
          <p:cNvSpPr txBox="1"/>
          <p:nvPr/>
        </p:nvSpPr>
        <p:spPr>
          <a:xfrm>
            <a:off x="7946574" y="4210998"/>
            <a:ext cx="4005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highlight>
                  <a:srgbClr val="FFFF00"/>
                </a:highlight>
              </a:rPr>
              <a:t>Tajammul </a:t>
            </a:r>
            <a:r>
              <a:rPr lang="en-IN" sz="2400" dirty="0" err="1">
                <a:highlight>
                  <a:srgbClr val="FFFF00"/>
                </a:highlight>
              </a:rPr>
              <a:t>Biyabani</a:t>
            </a:r>
            <a:r>
              <a:rPr lang="en-IN" sz="2400" dirty="0">
                <a:highlight>
                  <a:srgbClr val="FFFF00"/>
                </a:highlight>
              </a:rPr>
              <a:t> Mohammed</a:t>
            </a:r>
          </a:p>
          <a:p>
            <a:r>
              <a:rPr lang="en-IN" sz="2400" dirty="0">
                <a:highlight>
                  <a:srgbClr val="FFFF00"/>
                </a:highlight>
              </a:rPr>
              <a:t>Rutuja Dnyaneshwar Navale</a:t>
            </a:r>
          </a:p>
          <a:p>
            <a:r>
              <a:rPr lang="en-IN" sz="2400" dirty="0">
                <a:highlight>
                  <a:srgbClr val="FFFF00"/>
                </a:highlight>
              </a:rPr>
              <a:t>Pratiksha Mali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84617D-18FA-03F6-1445-B995388E29E0}"/>
              </a:ext>
            </a:extLst>
          </p:cNvPr>
          <p:cNvSpPr txBox="1"/>
          <p:nvPr/>
        </p:nvSpPr>
        <p:spPr>
          <a:xfrm>
            <a:off x="4147458" y="3225565"/>
            <a:ext cx="4354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Presented By:- Group 1</a:t>
            </a:r>
            <a:endParaRPr lang="en-IN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5764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9A297-4579-FC07-1392-88BDA272D074}"/>
              </a:ext>
            </a:extLst>
          </p:cNvPr>
          <p:cNvSpPr txBox="1"/>
          <p:nvPr/>
        </p:nvSpPr>
        <p:spPr>
          <a:xfrm>
            <a:off x="446315" y="399227"/>
            <a:ext cx="8643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What is Crowdfunding?</a:t>
            </a:r>
            <a:endParaRPr lang="en-IN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EE5BA-597B-2607-6E46-84A38CEF20AB}"/>
              </a:ext>
            </a:extLst>
          </p:cNvPr>
          <p:cNvSpPr txBox="1"/>
          <p:nvPr/>
        </p:nvSpPr>
        <p:spPr>
          <a:xfrm>
            <a:off x="446315" y="1582099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Crowdfunding is the practice of funding a project or venture by raising money from a large number of people.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732C38-1985-C16C-96BE-D4AC58548878}"/>
              </a:ext>
            </a:extLst>
          </p:cNvPr>
          <p:cNvSpPr txBox="1"/>
          <p:nvPr/>
        </p:nvSpPr>
        <p:spPr>
          <a:xfrm>
            <a:off x="446315" y="2819400"/>
            <a:ext cx="108095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Crowdfunding, with the help of projects along with creator list, location List and category List, dashboard is created using Excel, Power BI and Tableau Public.</a:t>
            </a:r>
          </a:p>
          <a:p>
            <a:endParaRPr lang="en-US" sz="2400" dirty="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24583E02-229A-3A13-83F4-57FF9B3AAFCF}"/>
              </a:ext>
            </a:extLst>
          </p:cNvPr>
          <p:cNvSpPr/>
          <p:nvPr/>
        </p:nvSpPr>
        <p:spPr>
          <a:xfrm>
            <a:off x="4332514" y="1095988"/>
            <a:ext cx="435429" cy="565919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99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0C4E5C3-B8A6-6CEA-8491-96B297ED1C23}"/>
              </a:ext>
            </a:extLst>
          </p:cNvPr>
          <p:cNvSpPr txBox="1"/>
          <p:nvPr/>
        </p:nvSpPr>
        <p:spPr>
          <a:xfrm>
            <a:off x="1219199" y="1187010"/>
            <a:ext cx="8632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Challenges while Creating Dashboard in Excel</a:t>
            </a:r>
            <a:endParaRPr lang="en-IN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8F0E9-C806-427E-BCD9-DE6177BA0FD2}"/>
              </a:ext>
            </a:extLst>
          </p:cNvPr>
          <p:cNvSpPr txBox="1"/>
          <p:nvPr/>
        </p:nvSpPr>
        <p:spPr>
          <a:xfrm>
            <a:off x="1219200" y="2188029"/>
            <a:ext cx="694508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cannot handle large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Slicers in excel are not directly connected to a chart, have to connect it using report connections to the pivot table used to create a chart.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Key Performance indicator in excel is not connected to multiple slicers because referencing is used in excel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takes lot of time to built interactive dashboard.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D7A90A-DA54-91CE-F569-FF47215D6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286" y="2188028"/>
            <a:ext cx="4027714" cy="268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1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86BF04-EF86-4483-C5EB-D8C6D7742EC3}"/>
              </a:ext>
            </a:extLst>
          </p:cNvPr>
          <p:cNvSpPr txBox="1"/>
          <p:nvPr/>
        </p:nvSpPr>
        <p:spPr>
          <a:xfrm>
            <a:off x="337457" y="288697"/>
            <a:ext cx="76526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How did we encounter those challenges in excel dashboard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48DB9-0AE5-426A-380E-4545B412BC9A}"/>
              </a:ext>
            </a:extLst>
          </p:cNvPr>
          <p:cNvSpPr txBox="1"/>
          <p:nvPr/>
        </p:nvSpPr>
        <p:spPr>
          <a:xfrm>
            <a:off x="664028" y="1752600"/>
            <a:ext cx="1114697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 manage the issue related to speed, better add the data sets in power pivot and make calculated columns as it consumers very less space.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is always advisable to name a pivot table so while connecting charts with slicers , you can easily check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Since it is not possible to connect all slicers with a KPI, as we are using referencing so better create multiple KPI’s, one KPI for one slicer.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C35152-722E-D391-DCBD-4CFDEDF30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743" y="2982686"/>
            <a:ext cx="8447312" cy="346086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C0BA59FD-BBA6-30B1-2F14-194F42332961}"/>
              </a:ext>
            </a:extLst>
          </p:cNvPr>
          <p:cNvSpPr/>
          <p:nvPr/>
        </p:nvSpPr>
        <p:spPr>
          <a:xfrm>
            <a:off x="195945" y="4405619"/>
            <a:ext cx="2939141" cy="1077686"/>
          </a:xfrm>
          <a:prstGeom prst="homePlat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E9D36-BE80-5FBB-4743-546E9F8A5F63}"/>
              </a:ext>
            </a:extLst>
          </p:cNvPr>
          <p:cNvSpPr txBox="1"/>
          <p:nvPr/>
        </p:nvSpPr>
        <p:spPr>
          <a:xfrm>
            <a:off x="664028" y="4713119"/>
            <a:ext cx="1692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Dashboard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75847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20A142-DB8F-BD67-B2DB-67D278876022}"/>
              </a:ext>
            </a:extLst>
          </p:cNvPr>
          <p:cNvSpPr txBox="1"/>
          <p:nvPr/>
        </p:nvSpPr>
        <p:spPr>
          <a:xfrm>
            <a:off x="723899" y="1056306"/>
            <a:ext cx="94760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Challenges while creating report in Power BI</a:t>
            </a:r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85B65F-AA6E-43D1-F455-DF52F3FE90DD}"/>
              </a:ext>
            </a:extLst>
          </p:cNvPr>
          <p:cNvSpPr txBox="1"/>
          <p:nvPr/>
        </p:nvSpPr>
        <p:spPr>
          <a:xfrm>
            <a:off x="723900" y="1812471"/>
            <a:ext cx="78431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Since Power BI is one of the best tool for Visualizations but still we faced little challenges while creating Report on Power BI.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F70538-D307-7DA2-6B7D-38C9E7EAE112}"/>
              </a:ext>
            </a:extLst>
          </p:cNvPr>
          <p:cNvSpPr txBox="1"/>
          <p:nvPr/>
        </p:nvSpPr>
        <p:spPr>
          <a:xfrm>
            <a:off x="723899" y="3012800"/>
            <a:ext cx="7375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is quite difficult to understand the use of CALCULATE() function in DAX.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is quite confusing when to use Measures or calculated columns.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DAX, there are many functions, it is quite difficult to remember all in built functions.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7ACD1C-305E-2AF0-8ED1-504671E36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030" y="0"/>
            <a:ext cx="3907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1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BA15C-3737-63BC-5D1E-A686011A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8FBFB6-D897-4E76-4F71-29D4B36373F2}"/>
              </a:ext>
            </a:extLst>
          </p:cNvPr>
          <p:cNvSpPr txBox="1"/>
          <p:nvPr/>
        </p:nvSpPr>
        <p:spPr>
          <a:xfrm>
            <a:off x="500742" y="675305"/>
            <a:ext cx="11397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How did we encounter those challenges in Creating Power BI Report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33AFC1-4EBF-AF37-9CF4-ACC433DF33EA}"/>
              </a:ext>
            </a:extLst>
          </p:cNvPr>
          <p:cNvSpPr txBox="1"/>
          <p:nvPr/>
        </p:nvSpPr>
        <p:spPr>
          <a:xfrm>
            <a:off x="674914" y="1567911"/>
            <a:ext cx="1104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Using ChatGPT is a great help as there are multiple in-built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D7E85B-AFC9-F658-90F2-F5280B6CC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297" y="2156821"/>
            <a:ext cx="7607691" cy="4292821"/>
          </a:xfrm>
          <a:prstGeom prst="rect">
            <a:avLst/>
          </a:prstGeom>
        </p:spPr>
      </p:pic>
      <p:sp>
        <p:nvSpPr>
          <p:cNvPr id="9" name="Arrow: Pentagon 8">
            <a:extLst>
              <a:ext uri="{FF2B5EF4-FFF2-40B4-BE49-F238E27FC236}">
                <a16:creationId xmlns:a16="http://schemas.microsoft.com/office/drawing/2014/main" id="{D1CD47ED-976F-70AA-4F64-A819BCAB71A1}"/>
              </a:ext>
            </a:extLst>
          </p:cNvPr>
          <p:cNvSpPr/>
          <p:nvPr/>
        </p:nvSpPr>
        <p:spPr>
          <a:xfrm>
            <a:off x="283029" y="3429000"/>
            <a:ext cx="3929742" cy="1077686"/>
          </a:xfrm>
          <a:prstGeom prst="homePlat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0DDDE-A88A-2164-55F8-0E9AC155E56A}"/>
              </a:ext>
            </a:extLst>
          </p:cNvPr>
          <p:cNvSpPr txBox="1"/>
          <p:nvPr/>
        </p:nvSpPr>
        <p:spPr>
          <a:xfrm>
            <a:off x="1116496" y="3737010"/>
            <a:ext cx="1746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Dashboard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72159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03708-F5BA-7D51-DF45-9D9851C3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C88209-2DDB-7215-1F55-733DD6578FF3}"/>
              </a:ext>
            </a:extLst>
          </p:cNvPr>
          <p:cNvSpPr txBox="1"/>
          <p:nvPr/>
        </p:nvSpPr>
        <p:spPr>
          <a:xfrm>
            <a:off x="859970" y="784163"/>
            <a:ext cx="102761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Challenges while creating Dashboard in Tableau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F1AC4-2636-C331-B0D6-8E3FEA85A943}"/>
              </a:ext>
            </a:extLst>
          </p:cNvPr>
          <p:cNvSpPr txBox="1"/>
          <p:nvPr/>
        </p:nvSpPr>
        <p:spPr>
          <a:xfrm>
            <a:off x="859970" y="1654629"/>
            <a:ext cx="96120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When you import data from into tableau, drag it into data model, due to change in names, connection is not done properly(one column needs to be same for proper merging)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Major Challenge faced by us is in formatting i.e. background Color, how to remove gridlines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Dashboards, you won’t find an option for slicer or timeline, that is little confusing for us from where to put slicers and timeline?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34699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8886A-8FE1-D80F-5374-7D0C2B517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AD6577-DB1C-3CFD-198D-2C2E4724BB08}"/>
              </a:ext>
            </a:extLst>
          </p:cNvPr>
          <p:cNvSpPr txBox="1"/>
          <p:nvPr/>
        </p:nvSpPr>
        <p:spPr>
          <a:xfrm>
            <a:off x="370114" y="686191"/>
            <a:ext cx="116912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How did we encounter those challenges in Creating Tableau Dashboard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3ED0C-8CB7-3510-AF62-8225E54EF69C}"/>
              </a:ext>
            </a:extLst>
          </p:cNvPr>
          <p:cNvSpPr txBox="1"/>
          <p:nvPr/>
        </p:nvSpPr>
        <p:spPr>
          <a:xfrm>
            <a:off x="370114" y="1611086"/>
            <a:ext cx="10613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When loading data, always remember to change column names properly so it will be easy to connect the tables properly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A77A5C-DD5E-F5FB-AE1B-C9467EC23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514" y="2516361"/>
            <a:ext cx="9927772" cy="4232782"/>
          </a:xfrm>
          <a:prstGeom prst="rect">
            <a:avLst/>
          </a:prstGeom>
        </p:spPr>
      </p:pic>
      <p:sp>
        <p:nvSpPr>
          <p:cNvPr id="8" name="Arrow: Pentagon 7">
            <a:extLst>
              <a:ext uri="{FF2B5EF4-FFF2-40B4-BE49-F238E27FC236}">
                <a16:creationId xmlns:a16="http://schemas.microsoft.com/office/drawing/2014/main" id="{AAAA189E-6DAF-0644-6FF3-EB89F5BE418F}"/>
              </a:ext>
            </a:extLst>
          </p:cNvPr>
          <p:cNvSpPr/>
          <p:nvPr/>
        </p:nvSpPr>
        <p:spPr>
          <a:xfrm>
            <a:off x="119743" y="3429000"/>
            <a:ext cx="1926771" cy="1077686"/>
          </a:xfrm>
          <a:prstGeom prst="homePlat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B3089F-68D0-B949-4C23-7CEFB7ED1B55}"/>
              </a:ext>
            </a:extLst>
          </p:cNvPr>
          <p:cNvSpPr txBox="1"/>
          <p:nvPr/>
        </p:nvSpPr>
        <p:spPr>
          <a:xfrm>
            <a:off x="217714" y="3679371"/>
            <a:ext cx="1415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921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CBFFB7-A18A-1015-F8D5-54D9D73C9804}"/>
              </a:ext>
            </a:extLst>
          </p:cNvPr>
          <p:cNvSpPr txBox="1"/>
          <p:nvPr/>
        </p:nvSpPr>
        <p:spPr>
          <a:xfrm>
            <a:off x="337457" y="293914"/>
            <a:ext cx="10657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My SQL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7C3BA4-2AC5-5429-AEC1-0AF185DD67C6}"/>
              </a:ext>
            </a:extLst>
          </p:cNvPr>
          <p:cNvSpPr txBox="1"/>
          <p:nvPr/>
        </p:nvSpPr>
        <p:spPr>
          <a:xfrm>
            <a:off x="337456" y="1217751"/>
            <a:ext cx="109510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MySQL is not used for visualizations. </a:t>
            </a:r>
          </a:p>
          <a:p>
            <a:r>
              <a:rPr lang="en-US" sz="2400" dirty="0"/>
              <a:t>Using DQL Commands, we publish data using joins, Group by, CTE.</a:t>
            </a:r>
          </a:p>
          <a:p>
            <a:r>
              <a:rPr lang="en-US" sz="2400" dirty="0"/>
              <a:t>We also used MySQL for loading data in power BI.</a:t>
            </a:r>
            <a:endParaRPr lang="en-IN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6E7A6E-6DF4-DBD1-0E28-F4D6AD8F86DF}"/>
              </a:ext>
            </a:extLst>
          </p:cNvPr>
          <p:cNvSpPr txBox="1"/>
          <p:nvPr/>
        </p:nvSpPr>
        <p:spPr>
          <a:xfrm>
            <a:off x="642257" y="2873829"/>
            <a:ext cx="1064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are some of the SQL Commands with Joins, CTEs and group by and order by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A7A15-E845-FB3A-72EA-9FDDB145C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56" y="3429000"/>
            <a:ext cx="7979227" cy="5588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23148F-004A-FF76-8A09-2B6E1A1E9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58" y="4401901"/>
            <a:ext cx="7979228" cy="64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87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1B632-2B8C-74C0-12AF-4BD96AC87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ree Thank You PowerPoint Template">
            <a:extLst>
              <a:ext uri="{FF2B5EF4-FFF2-40B4-BE49-F238E27FC236}">
                <a16:creationId xmlns:a16="http://schemas.microsoft.com/office/drawing/2014/main" id="{C1B5AEC9-F7C9-86F3-64F3-37F5EE87D8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53909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788</TotalTime>
  <Words>513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Agarwal</dc:creator>
  <cp:lastModifiedBy>Aman Agarwal</cp:lastModifiedBy>
  <cp:revision>16</cp:revision>
  <dcterms:created xsi:type="dcterms:W3CDTF">2025-11-30T11:27:02Z</dcterms:created>
  <dcterms:modified xsi:type="dcterms:W3CDTF">2025-12-04T08:48:17Z</dcterms:modified>
</cp:coreProperties>
</file>